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3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FFFF00"/>
    <a:srgbClr val="0000FF"/>
    <a:srgbClr val="FFFF66"/>
    <a:srgbClr val="FFFF99"/>
    <a:srgbClr val="3366CC"/>
    <a:srgbClr val="FEF0F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056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13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581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564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10/13/2023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280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10/13/2023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631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10/13/2023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288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10/13/2023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43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10/13/2023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138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10/13/2023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207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10/13/2023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294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10/13/2023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108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10/13/2023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9636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10/13/2023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149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10/13/2023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085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10/13/2023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6980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153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476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0854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  <p:sldLayoutId id="2147483676" r:id="rId2"/>
    <p:sldLayoutId id="2147483675" r:id="rId3"/>
    <p:sldLayoutId id="2147483674" r:id="rId4"/>
    <p:sldLayoutId id="2147483673" r:id="rId5"/>
    <p:sldLayoutId id="2147483672" r:id="rId6"/>
    <p:sldLayoutId id="2147483671" r:id="rId7"/>
    <p:sldLayoutId id="2147483670" r:id="rId8"/>
    <p:sldLayoutId id="2147483669" r:id="rId9"/>
    <p:sldLayoutId id="2147483668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ctr" defTabSz="457200" rtl="0" eaLnBrk="1" latinLnBrk="0" hangingPunct="1">
        <a:lnSpc>
          <a:spcPct val="100000"/>
        </a:lnSpc>
        <a:spcBef>
          <a:spcPct val="0"/>
        </a:spcBef>
        <a:buNone/>
        <a:defRPr sz="4000" b="0" i="0" u="none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b="0" i="0" u="none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gif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E8E931-7E51-403F-9E68-6B372567686F}"/>
              </a:ext>
            </a:extLst>
          </p:cNvPr>
          <p:cNvSpPr txBox="1"/>
          <p:nvPr/>
        </p:nvSpPr>
        <p:spPr>
          <a:xfrm>
            <a:off x="2727802" y="347112"/>
            <a:ext cx="67363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HILLTOP  VETERANS CLUB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7D3D964-9234-47C6-66A3-4C164A47E5C7}"/>
              </a:ext>
            </a:extLst>
          </p:cNvPr>
          <p:cNvGrpSpPr/>
          <p:nvPr/>
        </p:nvGrpSpPr>
        <p:grpSpPr>
          <a:xfrm>
            <a:off x="2727802" y="1116553"/>
            <a:ext cx="6365875" cy="5300663"/>
            <a:chOff x="2727802" y="1116553"/>
            <a:chExt cx="6365875" cy="5300663"/>
          </a:xfrm>
        </p:grpSpPr>
        <p:pic>
          <p:nvPicPr>
            <p:cNvPr id="7" name="Picture 10" descr="A logo of a coast guard&#10;&#10;Description automatically generated">
              <a:extLst>
                <a:ext uri="{FF2B5EF4-FFF2-40B4-BE49-F238E27FC236}">
                  <a16:creationId xmlns:a16="http://schemas.microsoft.com/office/drawing/2014/main" id="{8A595AD4-8761-1BCF-FBFF-912CDE4DC1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7802" y="2953291"/>
              <a:ext cx="1450975" cy="1450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8" descr="A close-up of a badge&#10;&#10;Description automatically generated">
              <a:extLst>
                <a:ext uri="{FF2B5EF4-FFF2-40B4-BE49-F238E27FC236}">
                  <a16:creationId xmlns:a16="http://schemas.microsoft.com/office/drawing/2014/main" id="{03A9D950-267B-4B52-C42C-E125304B5D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0515" y="1227678"/>
              <a:ext cx="1966912" cy="18240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9" descr="A gold emblem with a flag and an object&#10;&#10;Description automatically generated">
              <a:extLst>
                <a:ext uri="{FF2B5EF4-FFF2-40B4-BE49-F238E27FC236}">
                  <a16:creationId xmlns:a16="http://schemas.microsoft.com/office/drawing/2014/main" id="{27206E56-DF26-2170-E4D4-4DBD15DD9E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8677" y="1418178"/>
              <a:ext cx="1446213" cy="14462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1" descr="A logo of a navy seal&#10;&#10;Description automatically generated">
              <a:extLst>
                <a:ext uri="{FF2B5EF4-FFF2-40B4-BE49-F238E27FC236}">
                  <a16:creationId xmlns:a16="http://schemas.microsoft.com/office/drawing/2014/main" id="{2471920D-BCCF-0E62-2856-2BED2479BD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4302" y="1116553"/>
              <a:ext cx="1466850" cy="14668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3" descr="A logo of a public health service&#10;&#10;Description automatically generated">
              <a:extLst>
                <a:ext uri="{FF2B5EF4-FFF2-40B4-BE49-F238E27FC236}">
                  <a16:creationId xmlns:a16="http://schemas.microsoft.com/office/drawing/2014/main" id="{CBE787FE-7038-6047-CA78-597E744FE9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8415" y="2946941"/>
              <a:ext cx="1465262" cy="14652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4" descr="A blue circle with white text and a bird in the middle&#10;&#10;Description automatically generated">
              <a:extLst>
                <a:ext uri="{FF2B5EF4-FFF2-40B4-BE49-F238E27FC236}">
                  <a16:creationId xmlns:a16="http://schemas.microsoft.com/office/drawing/2014/main" id="{48F0040A-045D-818D-1C94-3F19E87604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7402" y="4464591"/>
              <a:ext cx="1527175" cy="1527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3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DD102E18-12F5-C62C-3E8A-7EEA408A7E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4852" y="2945353"/>
              <a:ext cx="2822575" cy="14684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5" descr="A logo of a military service&#10;&#10;Description automatically generated with medium confidence">
              <a:extLst>
                <a:ext uri="{FF2B5EF4-FFF2-40B4-BE49-F238E27FC236}">
                  <a16:creationId xmlns:a16="http://schemas.microsoft.com/office/drawing/2014/main" id="{CFF955FA-FDA6-D4C3-7FC5-1DDAF516F9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90015" y="4923378"/>
              <a:ext cx="1493837" cy="14938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Picture 1 of 4">
              <a:extLst>
                <a:ext uri="{FF2B5EF4-FFF2-40B4-BE49-F238E27FC236}">
                  <a16:creationId xmlns:a16="http://schemas.microsoft.com/office/drawing/2014/main" id="{38AAB250-1F67-EF7C-13A7-8FBF72BF6D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7542" y="4570951"/>
              <a:ext cx="1527176" cy="1527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967524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73&quot;/&gt;&lt;/object&gt;&lt;/object&gt;&lt;object type=&quot;8&quot; unique_id=&quot;10006&quot;&gt;&lt;/object&gt;&lt;/object&gt;&lt;/database&gt;"/>
  <p:tag name="MMPROD_NEXTUNIQUEID" val="10009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LightSeedLeftStep">
      <a:dk1>
        <a:srgbClr val="000000"/>
      </a:dk1>
      <a:lt1>
        <a:srgbClr val="FFFFFF"/>
      </a:lt1>
      <a:dk2>
        <a:srgbClr val="3A3D22"/>
      </a:dk2>
      <a:lt2>
        <a:srgbClr val="E2E8E5"/>
      </a:lt2>
      <a:accent1>
        <a:srgbClr val="D28AAC"/>
      </a:accent1>
      <a:accent2>
        <a:srgbClr val="C970BE"/>
      </a:accent2>
      <a:accent3>
        <a:srgbClr val="BD8AD2"/>
      </a:accent3>
      <a:accent4>
        <a:srgbClr val="8970C9"/>
      </a:accent4>
      <a:accent5>
        <a:srgbClr val="8A93D2"/>
      </a:accent5>
      <a:accent6>
        <a:srgbClr val="70A1C9"/>
      </a:accent6>
      <a:hlink>
        <a:srgbClr val="579075"/>
      </a:hlink>
      <a:folHlink>
        <a:srgbClr val="848484"/>
      </a:folHlink>
    </a:clrScheme>
    <a:fontScheme name="Slate">
      <a:majorFont>
        <a:latin typeface="Gill Sans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Gill Sans MT</vt:lpstr>
      <vt:lpstr>Wingdings 2</vt:lpstr>
      <vt:lpstr>SlateVTI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Hilltop Veterans Club Kick Off Meeting</dc:title>
  <dc:creator>Ralph Charlip</dc:creator>
  <cp:lastModifiedBy>Ralph Charlip</cp:lastModifiedBy>
  <cp:revision>95</cp:revision>
  <dcterms:created xsi:type="dcterms:W3CDTF">2019-12-06T18:43:13Z</dcterms:created>
  <dcterms:modified xsi:type="dcterms:W3CDTF">2023-10-14T00:44:11Z</dcterms:modified>
</cp:coreProperties>
</file>